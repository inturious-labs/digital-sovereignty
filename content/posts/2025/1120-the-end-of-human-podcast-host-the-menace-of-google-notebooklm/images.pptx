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98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5B55-4916-7659-256A-72BF09199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2A1C8-2DC5-E769-6E67-0C9D9E8EE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50382-A4B9-D0D3-8878-327EC45A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4E9B-5023-854C-924E-66F8C8F45A4F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D5CDF-CD75-454B-397D-B4D1EC33D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66A15-1796-DDD7-0EA0-4F8E7E87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C633-CE44-884E-9C30-660653607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2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F288-F23D-6610-C8AE-2AAB48508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E8ED4-7B04-F94E-912B-B4F78B3D5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47581-9F57-B731-751E-E9E9092D6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4E9B-5023-854C-924E-66F8C8F45A4F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D092A-9CFB-73A9-4757-0BC6F44D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838C0-71EE-940D-825B-F23197CD1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C633-CE44-884E-9C30-660653607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5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CBFCC-87CA-56DE-0287-62A00B93E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618D4-B669-2A55-45AE-F9FD8C0B6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2A9D8-44F5-21B3-7959-ACE8788FF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4E9B-5023-854C-924E-66F8C8F45A4F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BAE0B-03C0-2255-D79E-D7162D2E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4D9C5-D023-35C0-7936-B07730D0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C633-CE44-884E-9C30-660653607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6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240FF-78FB-CA38-2AB3-C120A5CD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E167F-E297-3B96-A4E4-1D225D0F6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B6C86-C1FD-5604-CAD8-AA99394CA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63E86-7EBB-6244-AF28-B414F8908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4E9B-5023-854C-924E-66F8C8F45A4F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C53B5-F96F-F805-D7B5-6C5F59FF7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E68CC-E530-6E1B-DBF3-241394CA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C633-CE44-884E-9C30-660653607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1431-93FF-0B02-D2B3-1E322CF4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57502-F847-B37F-BF47-21B40546B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B37F4-CDF2-8C8D-16B4-F171CD228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90D75-21C4-15B0-9B5B-6D093C015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104099-828D-21E6-E4B7-FD246FF5A2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11B8B1-46BC-73AB-D22B-C7D05E77A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4E9B-5023-854C-924E-66F8C8F45A4F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34C1C9-CA60-93CA-C7D8-C85C6E78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73ACA7-9B00-16D4-1AAC-2DE3EB24A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C633-CE44-884E-9C30-660653607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9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F6D3B-F04E-B6B2-E3C5-082265FD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A5506-61B2-0128-E60F-E0F808FB2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4E9B-5023-854C-924E-66F8C8F45A4F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01720-896A-FC21-2620-2396FEAC4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65AAE-4B19-48CD-7C64-5FB4A084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C633-CE44-884E-9C30-660653607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75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0E482D-7EE5-4EB6-1B51-96F395AC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4E9B-5023-854C-924E-66F8C8F45A4F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C590AC-BC7E-DF8C-E43B-7FE90F665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F49C6-D2E1-13CF-12A7-C58EAB61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C633-CE44-884E-9C30-660653607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4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4F11E-C0CA-7531-CF0F-824B0EB4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ADF6B-2119-619D-366E-E29C3FB9C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5565B-5608-B6F9-E0D4-0DC366FD9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FEA14-A79F-1FC5-EF7A-630599E7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4E9B-5023-854C-924E-66F8C8F45A4F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5DB73-93E5-3C32-D60C-1A8DAF207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0A1AF-73DD-E265-FA44-78642053E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C633-CE44-884E-9C30-660653607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44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5CFA-1AB3-564F-8597-EFB8C0F7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451758-3FEC-2B68-AEB2-0CBF5B341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B8B8D-7771-75E2-E425-EA4519622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B5613-8544-BCAA-ABCE-FA67965E3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4E9B-5023-854C-924E-66F8C8F45A4F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27C2B-6EC6-1BD5-F401-C3F2C57E1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10F1D-43D9-B7AC-4D28-30F10112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C633-CE44-884E-9C30-660653607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32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020A-515C-3785-6977-4E6B6B3C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7C26B-A2F3-8DB5-BC5C-949E78249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E3839-9533-5309-967E-C7AAFD299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4E9B-5023-854C-924E-66F8C8F45A4F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B9BC9-CA88-8EBD-405F-8FF6AD4CE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123E1-BC41-3545-1129-5DC68F35B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C633-CE44-884E-9C30-660653607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58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EE11A-A802-A4E9-F654-3F5772D39A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BE1D1-CB04-2D48-8A80-7731E20D2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76B87-04CA-2C08-7F4D-D7E499AA7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4E9B-5023-854C-924E-66F8C8F45A4F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B425E-9EA4-5439-0B74-C83A262A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99F50-97E6-65E3-D475-0F29C77E2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C633-CE44-884E-9C30-660653607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71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2DC68-F013-6B57-F61C-3BFA1071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987E2-57DA-42F0-9614-82AB70C68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2F45C-4EF8-9B13-48A5-21BFAC6E6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044E9B-5023-854C-924E-66F8C8F45A4F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B108C-4283-3DEC-C57A-21B212817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7D91D-0710-542F-56B7-C6064BBA6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DC633-CE44-884E-9C30-660653607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41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25E1A68-8EC5-1520-104C-859362AC6AEC}"/>
              </a:ext>
            </a:extLst>
          </p:cNvPr>
          <p:cNvGrpSpPr/>
          <p:nvPr/>
        </p:nvGrpSpPr>
        <p:grpSpPr>
          <a:xfrm>
            <a:off x="1376566" y="0"/>
            <a:ext cx="9469206" cy="6858000"/>
            <a:chOff x="1376566" y="0"/>
            <a:chExt cx="9469206" cy="6858000"/>
          </a:xfrm>
        </p:grpSpPr>
        <p:pic>
          <p:nvPicPr>
            <p:cNvPr id="5" name="Picture 4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C7D6F734-0AB3-96D8-94CC-6D6D897DE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6566" y="0"/>
              <a:ext cx="3156402" cy="6858000"/>
            </a:xfrm>
            <a:prstGeom prst="rect">
              <a:avLst/>
            </a:prstGeom>
          </p:spPr>
        </p:pic>
        <p:pic>
          <p:nvPicPr>
            <p:cNvPr id="7" name="Picture 6" descr="A screenshot of a black screen&#10;&#10;AI-generated content may be incorrect.">
              <a:extLst>
                <a:ext uri="{FF2B5EF4-FFF2-40B4-BE49-F238E27FC236}">
                  <a16:creationId xmlns:a16="http://schemas.microsoft.com/office/drawing/2014/main" id="{46414C37-62FD-2DE8-96E3-68B106375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32968" y="0"/>
              <a:ext cx="3156402" cy="6858000"/>
            </a:xfrm>
            <a:prstGeom prst="rect">
              <a:avLst/>
            </a:prstGeom>
          </p:spPr>
        </p:pic>
        <p:pic>
          <p:nvPicPr>
            <p:cNvPr id="9" name="Picture 8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F6CAB577-47EC-79BD-FFF2-611122C45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89370" y="0"/>
              <a:ext cx="315640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2438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Yang</dc:creator>
  <cp:lastModifiedBy>Herbert Yang</cp:lastModifiedBy>
  <cp:revision>1</cp:revision>
  <dcterms:created xsi:type="dcterms:W3CDTF">2025-11-20T08:11:47Z</dcterms:created>
  <dcterms:modified xsi:type="dcterms:W3CDTF">2025-11-20T08:13:37Z</dcterms:modified>
</cp:coreProperties>
</file>