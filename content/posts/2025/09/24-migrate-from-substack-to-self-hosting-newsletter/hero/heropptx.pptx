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/>
    <p:restoredTop sz="94629"/>
  </p:normalViewPr>
  <p:slideViewPr>
    <p:cSldViewPr snapToGrid="0">
      <p:cViewPr varScale="1">
        <p:scale>
          <a:sx n="113" d="100"/>
          <a:sy n="113" d="100"/>
        </p:scale>
        <p:origin x="200" y="8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EDB6-1636-B38F-80E6-DD24E81FB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D30B3-C13D-D153-1FCF-0ABA9FE51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B9E99-A679-E118-1F94-250A1DDA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915B8-679A-3AF5-5CC8-25833691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449E9-7D74-8F74-A6D6-C06FC32A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918F-75D3-2DF4-6B68-A22BA1A9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BF32-3CE8-902F-6423-A03A428AE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C70BC-7BAA-3F0D-22EE-5F27150B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5E587-2EEC-0C17-1FCF-30164DF0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E145C-B2BC-6BF6-4832-E2FB8B90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08BB-745B-42C7-AB7C-F3E99696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1B0F3-8EA8-5528-342A-03DB2B708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F113-8A25-7AF1-BA07-185B4935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0A3F9-EC9A-2655-3D64-8C71E64A9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747F4-6B55-96AE-0163-D9B9B29D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6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A8C1-4330-CF8F-58F5-6BF5E9CB6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34AE0-314E-0EDA-CCBE-70BFAA13F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5F8E0-ACE2-D965-46C2-698CA1913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3FEC3-979E-B054-66E2-E388E14F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CBFC-C507-247A-03D4-BBA4B8DC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49ABD-E51B-439C-FC85-A972166C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5541-DCDD-95D0-F5BF-79134FD2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BF45E-14E6-E7DD-9FBA-ECF1B885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B2069-A7CE-B582-29CB-8B5133631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2C13D-492A-CC99-7630-831EC6F44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695A8-B9C3-585B-45DF-1BFF8A66E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2F091-37BE-C999-61C4-A11B1E8B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DA305F-33E9-2CBE-3E4B-C3A2B5A3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3F19F-6EB2-B5A1-DED2-02DEB446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7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B401-2377-B805-9CAC-105293C4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E1887-3343-635E-517F-029E7F27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E2AE7-F2BD-ED7E-810B-64DEEFE7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224A2-1694-A6AF-71BA-B177E957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97460-478D-9049-1FFB-9446D199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9C508-0A71-087D-3895-7D0B8205A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C5E0C-B9DA-59BB-D226-F33EC29B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9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6084-3E9E-B4E6-18EC-E6F24571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FD96-D829-BF90-6BA5-9C3FB043B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9AEDB-E370-66A8-ACD8-B985BA4D6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306D6-6079-D231-5D74-37AFCC20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69BDA-5F14-D7CC-6C4E-2B0815B7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4785D-355A-180C-7EB6-BA7318C53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2EBA-4A65-3D11-1D86-560A9B0D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4320A-907A-3AF2-3517-D45F549B1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63FFB-1A32-F0DB-A5B3-88ADD64A6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62EE4-19A3-D67F-3B3B-2423B529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34D5F-17CF-F2A7-23D8-12A791DD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42D97-48DB-0641-8DE4-03C45C40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A4AA-D27C-3183-B425-FEF7FF3D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820C4-043F-46C6-B17B-25EFFA135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68B2-4EE3-43FF-ED9F-15171407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FACFA-FA04-AB57-089A-227CFB614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31ED7-20BA-174B-4321-8D5E15A8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218AE-15C1-AFA5-6E81-D4C40968E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FE5DE-7C40-A1E5-12F8-1306E8BA2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3C86-8599-2C72-B9D0-A1E6703A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B2940-2BE5-8101-DD13-07C8A237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BEF8A-77DE-CC08-4856-5E0E6852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2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7EF8A-9D9B-41A9-35D4-86C30BFB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323F0-2757-901C-E15E-A13F62D73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67D9D-9473-4A62-085F-A388E7A4A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939C5-66C6-7C4A-84D7-7EF7E517E22F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AD80D-90B8-6447-2086-206CF9E02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2B03-17CB-C75B-2042-82BF26602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A6340-F1C7-9B4A-AFFD-0ED14D426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F0E030D-67FA-7CB2-FE0C-AC36E17C0B49}"/>
              </a:ext>
            </a:extLst>
          </p:cNvPr>
          <p:cNvGrpSpPr/>
          <p:nvPr/>
        </p:nvGrpSpPr>
        <p:grpSpPr>
          <a:xfrm>
            <a:off x="1650124" y="1093076"/>
            <a:ext cx="9154510" cy="4204138"/>
            <a:chOff x="1650124" y="1093076"/>
            <a:chExt cx="9154510" cy="42041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1475AA-4E12-15B0-0451-4B1EAFFE9448}"/>
                </a:ext>
              </a:extLst>
            </p:cNvPr>
            <p:cNvSpPr/>
            <p:nvPr/>
          </p:nvSpPr>
          <p:spPr>
            <a:xfrm>
              <a:off x="1650124" y="1093076"/>
              <a:ext cx="9154510" cy="4204138"/>
            </a:xfrm>
            <a:prstGeom prst="rect">
              <a:avLst/>
            </a:prstGeom>
            <a:gradFill>
              <a:gsLst>
                <a:gs pos="100000">
                  <a:schemeClr val="accent5">
                    <a:lumMod val="33000"/>
                    <a:lumOff val="67000"/>
                  </a:schemeClr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logo with three stripes&#10;&#10;AI-generated content may be incorrect.">
              <a:extLst>
                <a:ext uri="{FF2B5EF4-FFF2-40B4-BE49-F238E27FC236}">
                  <a16:creationId xmlns:a16="http://schemas.microsoft.com/office/drawing/2014/main" id="{C84B8997-79BF-D493-342D-EC3FA5EF2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7118" y="2131954"/>
              <a:ext cx="2126381" cy="2126381"/>
            </a:xfrm>
            <a:prstGeom prst="rect">
              <a:avLst/>
            </a:prstGeom>
          </p:spPr>
        </p:pic>
        <p:pic>
          <p:nvPicPr>
            <p:cNvPr id="8" name="Picture 7" descr="A colorful infinity symbol on a black background&#10;&#10;AI-generated content may be incorrect.">
              <a:extLst>
                <a:ext uri="{FF2B5EF4-FFF2-40B4-BE49-F238E27FC236}">
                  <a16:creationId xmlns:a16="http://schemas.microsoft.com/office/drawing/2014/main" id="{AF106350-E2E1-A313-951F-DDA30B000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313" y="1382424"/>
              <a:ext cx="1396701" cy="1396701"/>
            </a:xfrm>
            <a:prstGeom prst="rect">
              <a:avLst/>
            </a:prstGeom>
          </p:spPr>
        </p:pic>
        <p:pic>
          <p:nvPicPr>
            <p:cNvPr id="10" name="Picture 9" descr="A blue and green hexagon with white letters&#10;&#10;AI-generated content may be incorrect.">
              <a:extLst>
                <a:ext uri="{FF2B5EF4-FFF2-40B4-BE49-F238E27FC236}">
                  <a16:creationId xmlns:a16="http://schemas.microsoft.com/office/drawing/2014/main" id="{B9584FCC-F296-CA26-9A95-23BBA625C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0886" y="2803773"/>
              <a:ext cx="3007555" cy="775281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54D34B-5665-9428-C506-78CBA4765280}"/>
                </a:ext>
              </a:extLst>
            </p:cNvPr>
            <p:cNvGrpSpPr/>
            <p:nvPr/>
          </p:nvGrpSpPr>
          <p:grpSpPr>
            <a:xfrm>
              <a:off x="5965835" y="3917549"/>
              <a:ext cx="2957656" cy="883652"/>
              <a:chOff x="5940886" y="3917549"/>
              <a:chExt cx="2957656" cy="883652"/>
            </a:xfrm>
          </p:grpSpPr>
          <p:pic>
            <p:nvPicPr>
              <p:cNvPr id="12" name="Picture 11" descr="A blue and white logo&#10;&#10;AI-generated content may be incorrect.">
                <a:extLst>
                  <a:ext uri="{FF2B5EF4-FFF2-40B4-BE49-F238E27FC236}">
                    <a16:creationId xmlns:a16="http://schemas.microsoft.com/office/drawing/2014/main" id="{CAF60B4E-D083-2DEB-A468-0C57D1F62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0886" y="3917549"/>
                <a:ext cx="883652" cy="883652"/>
              </a:xfrm>
              <a:prstGeom prst="rect">
                <a:avLst/>
              </a:prstGeom>
            </p:spPr>
          </p:pic>
          <p:pic>
            <p:nvPicPr>
              <p:cNvPr id="14" name="Picture 13" descr="A blue and black logo&#10;&#10;AI-generated content may be incorrect.">
                <a:extLst>
                  <a:ext uri="{FF2B5EF4-FFF2-40B4-BE49-F238E27FC236}">
                    <a16:creationId xmlns:a16="http://schemas.microsoft.com/office/drawing/2014/main" id="{D65AB057-F740-447B-7673-89DA63CC42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36701" y="4025919"/>
                <a:ext cx="1861841" cy="775282"/>
              </a:xfrm>
              <a:prstGeom prst="rect">
                <a:avLst/>
              </a:prstGeom>
            </p:spPr>
          </p:pic>
        </p:grp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354DF9F4-3BC3-F972-0BA7-69A5577795F1}"/>
                </a:ext>
              </a:extLst>
            </p:cNvPr>
            <p:cNvSpPr/>
            <p:nvPr/>
          </p:nvSpPr>
          <p:spPr>
            <a:xfrm>
              <a:off x="4533499" y="2928423"/>
              <a:ext cx="1037307" cy="548640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831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4</cp:revision>
  <dcterms:created xsi:type="dcterms:W3CDTF">2025-09-23T01:23:25Z</dcterms:created>
  <dcterms:modified xsi:type="dcterms:W3CDTF">2025-09-23T01:36:50Z</dcterms:modified>
</cp:coreProperties>
</file>